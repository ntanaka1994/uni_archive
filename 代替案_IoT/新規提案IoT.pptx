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C8526B-CB3C-4A83-B6C6-721B31FA5A70}" v="19" dt="2026-05-22T00:51:08.4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直哉 田中" userId="f11b1f07085f18a6" providerId="LiveId" clId="{9ED4C3E5-1005-48F9-913B-91277BF1F8DC}"/>
    <pc:docChg chg="undo custSel addSld modSld sldOrd">
      <pc:chgData name="直哉 田中" userId="f11b1f07085f18a6" providerId="LiveId" clId="{9ED4C3E5-1005-48F9-913B-91277BF1F8DC}" dt="2026-05-22T01:31:44.830" v="2925" actId="20577"/>
      <pc:docMkLst>
        <pc:docMk/>
      </pc:docMkLst>
      <pc:sldChg chg="modSp new mod">
        <pc:chgData name="直哉 田中" userId="f11b1f07085f18a6" providerId="LiveId" clId="{9ED4C3E5-1005-48F9-913B-91277BF1F8DC}" dt="2026-05-21T02:45:52.261" v="32" actId="20577"/>
        <pc:sldMkLst>
          <pc:docMk/>
          <pc:sldMk cId="1309429134" sldId="256"/>
        </pc:sldMkLst>
        <pc:spChg chg="mod">
          <ac:chgData name="直哉 田中" userId="f11b1f07085f18a6" providerId="LiveId" clId="{9ED4C3E5-1005-48F9-913B-91277BF1F8DC}" dt="2026-05-21T02:45:46.988" v="21" actId="20577"/>
          <ac:spMkLst>
            <pc:docMk/>
            <pc:sldMk cId="1309429134" sldId="256"/>
            <ac:spMk id="2" creationId="{CA3F8194-5824-3E2B-88B6-F3B74465C3F9}"/>
          </ac:spMkLst>
        </pc:spChg>
        <pc:spChg chg="mod">
          <ac:chgData name="直哉 田中" userId="f11b1f07085f18a6" providerId="LiveId" clId="{9ED4C3E5-1005-48F9-913B-91277BF1F8DC}" dt="2026-05-21T02:45:52.261" v="32" actId="20577"/>
          <ac:spMkLst>
            <pc:docMk/>
            <pc:sldMk cId="1309429134" sldId="256"/>
            <ac:spMk id="3" creationId="{3DAAC052-D8AA-9247-7FED-4EF6EC5539F6}"/>
          </ac:spMkLst>
        </pc:spChg>
      </pc:sldChg>
      <pc:sldChg chg="addSp modSp new mod">
        <pc:chgData name="直哉 田中" userId="f11b1f07085f18a6" providerId="LiveId" clId="{9ED4C3E5-1005-48F9-913B-91277BF1F8DC}" dt="2026-05-22T00:14:32.394" v="523" actId="20577"/>
        <pc:sldMkLst>
          <pc:docMk/>
          <pc:sldMk cId="1327712680" sldId="257"/>
        </pc:sldMkLst>
        <pc:spChg chg="mod">
          <ac:chgData name="直哉 田中" userId="f11b1f07085f18a6" providerId="LiveId" clId="{9ED4C3E5-1005-48F9-913B-91277BF1F8DC}" dt="2026-05-21T23:54:21.948" v="47" actId="20577"/>
          <ac:spMkLst>
            <pc:docMk/>
            <pc:sldMk cId="1327712680" sldId="257"/>
            <ac:spMk id="2" creationId="{B6720210-8FE6-9830-559D-2746B59761DD}"/>
          </ac:spMkLst>
        </pc:spChg>
        <pc:spChg chg="mod">
          <ac:chgData name="直哉 田中" userId="f11b1f07085f18a6" providerId="LiveId" clId="{9ED4C3E5-1005-48F9-913B-91277BF1F8DC}" dt="2026-05-22T00:14:32.394" v="523" actId="20577"/>
          <ac:spMkLst>
            <pc:docMk/>
            <pc:sldMk cId="1327712680" sldId="257"/>
            <ac:spMk id="3" creationId="{9F9B6222-50FB-D841-3FCC-E8ACE654D0EF}"/>
          </ac:spMkLst>
        </pc:spChg>
        <pc:picChg chg="add mod">
          <ac:chgData name="直哉 田中" userId="f11b1f07085f18a6" providerId="LiveId" clId="{9ED4C3E5-1005-48F9-913B-91277BF1F8DC}" dt="2026-05-21T23:55:27.016" v="77" actId="1076"/>
          <ac:picMkLst>
            <pc:docMk/>
            <pc:sldMk cId="1327712680" sldId="257"/>
            <ac:picMk id="5" creationId="{39FFF939-FAA1-77C4-65B4-CD5A722276A6}"/>
          </ac:picMkLst>
        </pc:picChg>
      </pc:sldChg>
      <pc:sldChg chg="modSp new mod">
        <pc:chgData name="直哉 田中" userId="f11b1f07085f18a6" providerId="LiveId" clId="{9ED4C3E5-1005-48F9-913B-91277BF1F8DC}" dt="2026-05-21T23:58:36.897" v="331" actId="20577"/>
        <pc:sldMkLst>
          <pc:docMk/>
          <pc:sldMk cId="4138464557" sldId="258"/>
        </pc:sldMkLst>
        <pc:spChg chg="mod">
          <ac:chgData name="直哉 田中" userId="f11b1f07085f18a6" providerId="LiveId" clId="{9ED4C3E5-1005-48F9-913B-91277BF1F8DC}" dt="2026-05-21T23:56:51.132" v="132" actId="20577"/>
          <ac:spMkLst>
            <pc:docMk/>
            <pc:sldMk cId="4138464557" sldId="258"/>
            <ac:spMk id="2" creationId="{1054DA10-C3D4-9AA0-AA32-488FA8334F0C}"/>
          </ac:spMkLst>
        </pc:spChg>
        <pc:spChg chg="mod">
          <ac:chgData name="直哉 田中" userId="f11b1f07085f18a6" providerId="LiveId" clId="{9ED4C3E5-1005-48F9-913B-91277BF1F8DC}" dt="2026-05-21T23:58:36.897" v="331" actId="20577"/>
          <ac:spMkLst>
            <pc:docMk/>
            <pc:sldMk cId="4138464557" sldId="258"/>
            <ac:spMk id="3" creationId="{5889B314-8803-8EC7-8855-CD30D409D413}"/>
          </ac:spMkLst>
        </pc:spChg>
      </pc:sldChg>
      <pc:sldChg chg="addSp delSp modSp new mod">
        <pc:chgData name="直哉 田中" userId="f11b1f07085f18a6" providerId="LiveId" clId="{9ED4C3E5-1005-48F9-913B-91277BF1F8DC}" dt="2026-05-22T00:13:25.468" v="509" actId="14100"/>
        <pc:sldMkLst>
          <pc:docMk/>
          <pc:sldMk cId="725930146" sldId="259"/>
        </pc:sldMkLst>
        <pc:spChg chg="mod">
          <ac:chgData name="直哉 田中" userId="f11b1f07085f18a6" providerId="LiveId" clId="{9ED4C3E5-1005-48F9-913B-91277BF1F8DC}" dt="2026-05-22T00:00:32.226" v="358" actId="20577"/>
          <ac:spMkLst>
            <pc:docMk/>
            <pc:sldMk cId="725930146" sldId="259"/>
            <ac:spMk id="2" creationId="{7197EA23-6B38-BCF1-B32E-699AAE9E3431}"/>
          </ac:spMkLst>
        </pc:spChg>
        <pc:spChg chg="mod">
          <ac:chgData name="直哉 田中" userId="f11b1f07085f18a6" providerId="LiveId" clId="{9ED4C3E5-1005-48F9-913B-91277BF1F8DC}" dt="2026-05-22T00:04:50.282" v="368" actId="20577"/>
          <ac:spMkLst>
            <pc:docMk/>
            <pc:sldMk cId="725930146" sldId="259"/>
            <ac:spMk id="3" creationId="{F7400333-4429-7B28-D3C3-FFC5038D8DD5}"/>
          </ac:spMkLst>
        </pc:spChg>
        <pc:spChg chg="add mod">
          <ac:chgData name="直哉 田中" userId="f11b1f07085f18a6" providerId="LiveId" clId="{9ED4C3E5-1005-48F9-913B-91277BF1F8DC}" dt="2026-05-22T00:05:14.253" v="382" actId="1076"/>
          <ac:spMkLst>
            <pc:docMk/>
            <pc:sldMk cId="725930146" sldId="259"/>
            <ac:spMk id="4" creationId="{E12B667C-0C89-17A0-A1C6-5063652AC865}"/>
          </ac:spMkLst>
        </pc:spChg>
        <pc:spChg chg="add mod">
          <ac:chgData name="直哉 田中" userId="f11b1f07085f18a6" providerId="LiveId" clId="{9ED4C3E5-1005-48F9-913B-91277BF1F8DC}" dt="2026-05-22T00:07:49.665" v="417" actId="1076"/>
          <ac:spMkLst>
            <pc:docMk/>
            <pc:sldMk cId="725930146" sldId="259"/>
            <ac:spMk id="8" creationId="{5E1E592F-5593-41CA-9C86-713FB8275E83}"/>
          </ac:spMkLst>
        </pc:spChg>
        <pc:spChg chg="add mod">
          <ac:chgData name="直哉 田中" userId="f11b1f07085f18a6" providerId="LiveId" clId="{9ED4C3E5-1005-48F9-913B-91277BF1F8DC}" dt="2026-05-22T00:09:38.221" v="485" actId="207"/>
          <ac:spMkLst>
            <pc:docMk/>
            <pc:sldMk cId="725930146" sldId="259"/>
            <ac:spMk id="9" creationId="{067217CB-DF8B-DFE4-5BFD-39F1327294BB}"/>
          </ac:spMkLst>
        </pc:spChg>
        <pc:spChg chg="add mod">
          <ac:chgData name="直哉 田中" userId="f11b1f07085f18a6" providerId="LiveId" clId="{9ED4C3E5-1005-48F9-913B-91277BF1F8DC}" dt="2026-05-22T00:09:43.843" v="486" actId="207"/>
          <ac:spMkLst>
            <pc:docMk/>
            <pc:sldMk cId="725930146" sldId="259"/>
            <ac:spMk id="10" creationId="{F096D7CF-57B5-1A61-7736-C34526815496}"/>
          </ac:spMkLst>
        </pc:spChg>
        <pc:spChg chg="add mod">
          <ac:chgData name="直哉 田中" userId="f11b1f07085f18a6" providerId="LiveId" clId="{9ED4C3E5-1005-48F9-913B-91277BF1F8DC}" dt="2026-05-22T00:08:47.768" v="450" actId="1076"/>
          <ac:spMkLst>
            <pc:docMk/>
            <pc:sldMk cId="725930146" sldId="259"/>
            <ac:spMk id="14" creationId="{F671E2C3-38BB-CA38-490C-8C52DFF27072}"/>
          </ac:spMkLst>
        </pc:spChg>
        <pc:spChg chg="add mod">
          <ac:chgData name="直哉 田中" userId="f11b1f07085f18a6" providerId="LiveId" clId="{9ED4C3E5-1005-48F9-913B-91277BF1F8DC}" dt="2026-05-22T00:09:20.817" v="483" actId="20577"/>
          <ac:spMkLst>
            <pc:docMk/>
            <pc:sldMk cId="725930146" sldId="259"/>
            <ac:spMk id="17" creationId="{6131FC85-1B68-B4C3-C796-F57F444977F2}"/>
          </ac:spMkLst>
        </pc:spChg>
        <pc:spChg chg="add">
          <ac:chgData name="直哉 田中" userId="f11b1f07085f18a6" providerId="LiveId" clId="{9ED4C3E5-1005-48F9-913B-91277BF1F8DC}" dt="2026-05-22T00:10:16.886" v="487" actId="11529"/>
          <ac:spMkLst>
            <pc:docMk/>
            <pc:sldMk cId="725930146" sldId="259"/>
            <ac:spMk id="18" creationId="{0555D23D-23E1-038D-3E55-A48F108EDAA4}"/>
          </ac:spMkLst>
        </pc:spChg>
        <pc:spChg chg="add mod">
          <ac:chgData name="直哉 田中" userId="f11b1f07085f18a6" providerId="LiveId" clId="{9ED4C3E5-1005-48F9-913B-91277BF1F8DC}" dt="2026-05-22T00:10:43.792" v="489" actId="1076"/>
          <ac:spMkLst>
            <pc:docMk/>
            <pc:sldMk cId="725930146" sldId="259"/>
            <ac:spMk id="19" creationId="{E97C6702-1AED-AE91-BBD1-67C47D825819}"/>
          </ac:spMkLst>
        </pc:spChg>
        <pc:spChg chg="add mod">
          <ac:chgData name="直哉 田中" userId="f11b1f07085f18a6" providerId="LiveId" clId="{9ED4C3E5-1005-48F9-913B-91277BF1F8DC}" dt="2026-05-22T00:13:15.976" v="507" actId="20577"/>
          <ac:spMkLst>
            <pc:docMk/>
            <pc:sldMk cId="725930146" sldId="259"/>
            <ac:spMk id="21" creationId="{9171C699-DA02-C60B-C1A2-4FA5251687D6}"/>
          </ac:spMkLst>
        </pc:spChg>
        <pc:picChg chg="add del mod">
          <ac:chgData name="直哉 田中" userId="f11b1f07085f18a6" providerId="LiveId" clId="{9ED4C3E5-1005-48F9-913B-91277BF1F8DC}" dt="2026-05-22T00:06:52.929" v="412" actId="478"/>
          <ac:picMkLst>
            <pc:docMk/>
            <pc:sldMk cId="725930146" sldId="259"/>
            <ac:picMk id="5" creationId="{8257724D-C1A5-4008-0D55-4EA01097C110}"/>
          </ac:picMkLst>
        </pc:picChg>
        <pc:picChg chg="add mod">
          <ac:chgData name="直哉 田中" userId="f11b1f07085f18a6" providerId="LiveId" clId="{9ED4C3E5-1005-48F9-913B-91277BF1F8DC}" dt="2026-05-22T00:06:41.464" v="411" actId="1076"/>
          <ac:picMkLst>
            <pc:docMk/>
            <pc:sldMk cId="725930146" sldId="259"/>
            <ac:picMk id="1026" creationId="{FF828F79-F4C2-A55F-7F83-38CC46459BCC}"/>
          </ac:picMkLst>
        </pc:picChg>
        <pc:picChg chg="add mod">
          <ac:chgData name="直哉 田中" userId="f11b1f07085f18a6" providerId="LiveId" clId="{9ED4C3E5-1005-48F9-913B-91277BF1F8DC}" dt="2026-05-22T00:12:37.630" v="495" actId="1076"/>
          <ac:picMkLst>
            <pc:docMk/>
            <pc:sldMk cId="725930146" sldId="259"/>
            <ac:picMk id="1028" creationId="{22490002-E921-B438-C36C-B87BAEEBB86A}"/>
          </ac:picMkLst>
        </pc:picChg>
        <pc:cxnChg chg="add">
          <ac:chgData name="直哉 田中" userId="f11b1f07085f18a6" providerId="LiveId" clId="{9ED4C3E5-1005-48F9-913B-91277BF1F8DC}" dt="2026-05-22T00:06:19.925" v="387" actId="11529"/>
          <ac:cxnSpMkLst>
            <pc:docMk/>
            <pc:sldMk cId="725930146" sldId="259"/>
            <ac:cxnSpMk id="7" creationId="{FB83A66E-46F5-0002-EEC3-C3FD7DF4DD33}"/>
          </ac:cxnSpMkLst>
        </pc:cxnChg>
        <pc:cxnChg chg="add mod">
          <ac:chgData name="直哉 田中" userId="f11b1f07085f18a6" providerId="LiveId" clId="{9ED4C3E5-1005-48F9-913B-91277BF1F8DC}" dt="2026-05-22T00:08:02.435" v="420" actId="14100"/>
          <ac:cxnSpMkLst>
            <pc:docMk/>
            <pc:sldMk cId="725930146" sldId="259"/>
            <ac:cxnSpMk id="11" creationId="{20352522-B36D-3F22-6555-A1824918D1A2}"/>
          </ac:cxnSpMkLst>
        </pc:cxnChg>
        <pc:cxnChg chg="add mod">
          <ac:chgData name="直哉 田中" userId="f11b1f07085f18a6" providerId="LiveId" clId="{9ED4C3E5-1005-48F9-913B-91277BF1F8DC}" dt="2026-05-22T00:09:24.788" v="484" actId="1076"/>
          <ac:cxnSpMkLst>
            <pc:docMk/>
            <pc:sldMk cId="725930146" sldId="259"/>
            <ac:cxnSpMk id="16" creationId="{34DB85F7-1207-9B23-2163-DA89F696C9D0}"/>
          </ac:cxnSpMkLst>
        </pc:cxnChg>
        <pc:cxnChg chg="add mod">
          <ac:chgData name="直哉 田中" userId="f11b1f07085f18a6" providerId="LiveId" clId="{9ED4C3E5-1005-48F9-913B-91277BF1F8DC}" dt="2026-05-22T00:13:25.468" v="509" actId="14100"/>
          <ac:cxnSpMkLst>
            <pc:docMk/>
            <pc:sldMk cId="725930146" sldId="259"/>
            <ac:cxnSpMk id="20" creationId="{3A618033-29F1-DC4F-4C76-67CFFD41C01C}"/>
          </ac:cxnSpMkLst>
        </pc:cxnChg>
      </pc:sldChg>
      <pc:sldChg chg="addSp modSp new mod">
        <pc:chgData name="直哉 田中" userId="f11b1f07085f18a6" providerId="LiveId" clId="{9ED4C3E5-1005-48F9-913B-91277BF1F8DC}" dt="2026-05-22T00:25:08.728" v="811" actId="20577"/>
        <pc:sldMkLst>
          <pc:docMk/>
          <pc:sldMk cId="3385844789" sldId="260"/>
        </pc:sldMkLst>
        <pc:spChg chg="mod">
          <ac:chgData name="直哉 田中" userId="f11b1f07085f18a6" providerId="LiveId" clId="{9ED4C3E5-1005-48F9-913B-91277BF1F8DC}" dt="2026-05-22T00:21:19.244" v="617" actId="20577"/>
          <ac:spMkLst>
            <pc:docMk/>
            <pc:sldMk cId="3385844789" sldId="260"/>
            <ac:spMk id="2" creationId="{EF16960D-77AA-5495-C3C6-F82BBDE4D9F3}"/>
          </ac:spMkLst>
        </pc:spChg>
        <pc:spChg chg="mod">
          <ac:chgData name="直哉 田中" userId="f11b1f07085f18a6" providerId="LiveId" clId="{9ED4C3E5-1005-48F9-913B-91277BF1F8DC}" dt="2026-05-22T00:25:08.728" v="811" actId="20577"/>
          <ac:spMkLst>
            <pc:docMk/>
            <pc:sldMk cId="3385844789" sldId="260"/>
            <ac:spMk id="3" creationId="{E365C34A-C388-2FA1-F710-C0200528F569}"/>
          </ac:spMkLst>
        </pc:spChg>
        <pc:graphicFrameChg chg="add mod modGraphic">
          <ac:chgData name="直哉 田中" userId="f11b1f07085f18a6" providerId="LiveId" clId="{9ED4C3E5-1005-48F9-913B-91277BF1F8DC}" dt="2026-05-22T00:22:33.351" v="762" actId="20577"/>
          <ac:graphicFrameMkLst>
            <pc:docMk/>
            <pc:sldMk cId="3385844789" sldId="260"/>
            <ac:graphicFrameMk id="4" creationId="{27FC0F11-9797-69AB-9033-4D2F9C553A7E}"/>
          </ac:graphicFrameMkLst>
        </pc:graphicFrameChg>
      </pc:sldChg>
      <pc:sldChg chg="addSp modSp new mod">
        <pc:chgData name="直哉 田中" userId="f11b1f07085f18a6" providerId="LiveId" clId="{9ED4C3E5-1005-48F9-913B-91277BF1F8DC}" dt="2026-05-22T00:27:18.315" v="862" actId="1076"/>
        <pc:sldMkLst>
          <pc:docMk/>
          <pc:sldMk cId="3725471368" sldId="261"/>
        </pc:sldMkLst>
        <pc:spChg chg="mod">
          <ac:chgData name="直哉 田中" userId="f11b1f07085f18a6" providerId="LiveId" clId="{9ED4C3E5-1005-48F9-913B-91277BF1F8DC}" dt="2026-05-22T00:26:00.383" v="827" actId="20577"/>
          <ac:spMkLst>
            <pc:docMk/>
            <pc:sldMk cId="3725471368" sldId="261"/>
            <ac:spMk id="2" creationId="{38B4F56B-AAF5-2877-AE11-DF9C3B729BB9}"/>
          </ac:spMkLst>
        </pc:spChg>
        <pc:spChg chg="mod">
          <ac:chgData name="直哉 田中" userId="f11b1f07085f18a6" providerId="LiveId" clId="{9ED4C3E5-1005-48F9-913B-91277BF1F8DC}" dt="2026-05-22T00:26:15.692" v="860" actId="5793"/>
          <ac:spMkLst>
            <pc:docMk/>
            <pc:sldMk cId="3725471368" sldId="261"/>
            <ac:spMk id="3" creationId="{74746530-C161-23B1-0ED3-AA511EC71137}"/>
          </ac:spMkLst>
        </pc:spChg>
        <pc:picChg chg="add mod">
          <ac:chgData name="直哉 田中" userId="f11b1f07085f18a6" providerId="LiveId" clId="{9ED4C3E5-1005-48F9-913B-91277BF1F8DC}" dt="2026-05-22T00:27:18.315" v="862" actId="1076"/>
          <ac:picMkLst>
            <pc:docMk/>
            <pc:sldMk cId="3725471368" sldId="261"/>
            <ac:picMk id="5" creationId="{AEE1DD1E-E2FC-1837-F253-D80F2165FC2E}"/>
          </ac:picMkLst>
        </pc:picChg>
      </pc:sldChg>
      <pc:sldChg chg="addSp modSp new mod">
        <pc:chgData name="直哉 田中" userId="f11b1f07085f18a6" providerId="LiveId" clId="{9ED4C3E5-1005-48F9-913B-91277BF1F8DC}" dt="2026-05-22T00:46:03.835" v="1095" actId="20577"/>
        <pc:sldMkLst>
          <pc:docMk/>
          <pc:sldMk cId="2739108168" sldId="262"/>
        </pc:sldMkLst>
        <pc:spChg chg="mod">
          <ac:chgData name="直哉 田中" userId="f11b1f07085f18a6" providerId="LiveId" clId="{9ED4C3E5-1005-48F9-913B-91277BF1F8DC}" dt="2026-05-22T00:36:53.177" v="1050" actId="20577"/>
          <ac:spMkLst>
            <pc:docMk/>
            <pc:sldMk cId="2739108168" sldId="262"/>
            <ac:spMk id="2" creationId="{E948D393-3CF7-663C-494F-0CE4A756AC50}"/>
          </ac:spMkLst>
        </pc:spChg>
        <pc:spChg chg="mod">
          <ac:chgData name="直哉 田中" userId="f11b1f07085f18a6" providerId="LiveId" clId="{9ED4C3E5-1005-48F9-913B-91277BF1F8DC}" dt="2026-05-22T00:46:03.835" v="1095" actId="20577"/>
          <ac:spMkLst>
            <pc:docMk/>
            <pc:sldMk cId="2739108168" sldId="262"/>
            <ac:spMk id="3" creationId="{97090BA6-04E1-07D3-6C98-5CEE1C2F7709}"/>
          </ac:spMkLst>
        </pc:spChg>
        <pc:picChg chg="add mod">
          <ac:chgData name="直哉 田中" userId="f11b1f07085f18a6" providerId="LiveId" clId="{9ED4C3E5-1005-48F9-913B-91277BF1F8DC}" dt="2026-05-22T00:35:52.960" v="1016" actId="1076"/>
          <ac:picMkLst>
            <pc:docMk/>
            <pc:sldMk cId="2739108168" sldId="262"/>
            <ac:picMk id="5" creationId="{FEBE3FA9-8AD4-6802-6CB3-35273F92431A}"/>
          </ac:picMkLst>
        </pc:picChg>
      </pc:sldChg>
      <pc:sldChg chg="modSp new mod">
        <pc:chgData name="直哉 田中" userId="f11b1f07085f18a6" providerId="LiveId" clId="{9ED4C3E5-1005-48F9-913B-91277BF1F8DC}" dt="2026-05-22T00:55:38.137" v="1265" actId="6549"/>
        <pc:sldMkLst>
          <pc:docMk/>
          <pc:sldMk cId="3118961437" sldId="263"/>
        </pc:sldMkLst>
        <pc:spChg chg="mod">
          <ac:chgData name="直哉 田中" userId="f11b1f07085f18a6" providerId="LiveId" clId="{9ED4C3E5-1005-48F9-913B-91277BF1F8DC}" dt="2026-05-22T00:55:38.137" v="1265" actId="6549"/>
          <ac:spMkLst>
            <pc:docMk/>
            <pc:sldMk cId="3118961437" sldId="263"/>
            <ac:spMk id="2" creationId="{31418927-9393-2C3C-FBFA-2427FEE4B8ED}"/>
          </ac:spMkLst>
        </pc:spChg>
        <pc:spChg chg="mod">
          <ac:chgData name="直哉 田中" userId="f11b1f07085f18a6" providerId="LiveId" clId="{9ED4C3E5-1005-48F9-913B-91277BF1F8DC}" dt="2026-05-22T00:55:06.953" v="1264" actId="3626"/>
          <ac:spMkLst>
            <pc:docMk/>
            <pc:sldMk cId="3118961437" sldId="263"/>
            <ac:spMk id="3" creationId="{33704599-A9C6-8457-3ACF-DDD33956DD5E}"/>
          </ac:spMkLst>
        </pc:spChg>
      </pc:sldChg>
      <pc:sldChg chg="modSp new mod ord">
        <pc:chgData name="直哉 田中" userId="f11b1f07085f18a6" providerId="LiveId" clId="{9ED4C3E5-1005-48F9-913B-91277BF1F8DC}" dt="2026-05-22T01:05:38.153" v="1829" actId="20577"/>
        <pc:sldMkLst>
          <pc:docMk/>
          <pc:sldMk cId="885747499" sldId="264"/>
        </pc:sldMkLst>
        <pc:spChg chg="mod">
          <ac:chgData name="直哉 田中" userId="f11b1f07085f18a6" providerId="LiveId" clId="{9ED4C3E5-1005-48F9-913B-91277BF1F8DC}" dt="2026-05-22T00:55:55.587" v="1290" actId="20577"/>
          <ac:spMkLst>
            <pc:docMk/>
            <pc:sldMk cId="885747499" sldId="264"/>
            <ac:spMk id="2" creationId="{4C932C3F-E1D8-1DEB-EC7F-12453B4FD1D5}"/>
          </ac:spMkLst>
        </pc:spChg>
        <pc:spChg chg="mod">
          <ac:chgData name="直哉 田中" userId="f11b1f07085f18a6" providerId="LiveId" clId="{9ED4C3E5-1005-48F9-913B-91277BF1F8DC}" dt="2026-05-22T01:05:38.153" v="1829" actId="20577"/>
          <ac:spMkLst>
            <pc:docMk/>
            <pc:sldMk cId="885747499" sldId="264"/>
            <ac:spMk id="3" creationId="{9F7CCFD5-6C66-F16D-0D4F-A521257A97CD}"/>
          </ac:spMkLst>
        </pc:spChg>
      </pc:sldChg>
      <pc:sldChg chg="modSp new mod">
        <pc:chgData name="直哉 田中" userId="f11b1f07085f18a6" providerId="LiveId" clId="{9ED4C3E5-1005-48F9-913B-91277BF1F8DC}" dt="2026-05-22T01:11:47.086" v="2086" actId="20577"/>
        <pc:sldMkLst>
          <pc:docMk/>
          <pc:sldMk cId="2943131225" sldId="265"/>
        </pc:sldMkLst>
        <pc:spChg chg="mod">
          <ac:chgData name="直哉 田中" userId="f11b1f07085f18a6" providerId="LiveId" clId="{9ED4C3E5-1005-48F9-913B-91277BF1F8DC}" dt="2026-05-22T00:56:17.707" v="1321" actId="20577"/>
          <ac:spMkLst>
            <pc:docMk/>
            <pc:sldMk cId="2943131225" sldId="265"/>
            <ac:spMk id="2" creationId="{E26B9838-BE4F-4F88-BCA5-0FBE3C3564F0}"/>
          </ac:spMkLst>
        </pc:spChg>
        <pc:spChg chg="mod">
          <ac:chgData name="直哉 田中" userId="f11b1f07085f18a6" providerId="LiveId" clId="{9ED4C3E5-1005-48F9-913B-91277BF1F8DC}" dt="2026-05-22T01:11:47.086" v="2086" actId="20577"/>
          <ac:spMkLst>
            <pc:docMk/>
            <pc:sldMk cId="2943131225" sldId="265"/>
            <ac:spMk id="3" creationId="{5B36CEBA-EADA-14AB-F95F-F24C0C35C1AB}"/>
          </ac:spMkLst>
        </pc:spChg>
      </pc:sldChg>
      <pc:sldChg chg="modSp new mod">
        <pc:chgData name="直哉 田中" userId="f11b1f07085f18a6" providerId="LiveId" clId="{9ED4C3E5-1005-48F9-913B-91277BF1F8DC}" dt="2026-05-22T01:20:54.273" v="2293" actId="313"/>
        <pc:sldMkLst>
          <pc:docMk/>
          <pc:sldMk cId="1834158276" sldId="266"/>
        </pc:sldMkLst>
        <pc:spChg chg="mod">
          <ac:chgData name="直哉 田中" userId="f11b1f07085f18a6" providerId="LiveId" clId="{9ED4C3E5-1005-48F9-913B-91277BF1F8DC}" dt="2026-05-22T01:12:13.734" v="2116" actId="20577"/>
          <ac:spMkLst>
            <pc:docMk/>
            <pc:sldMk cId="1834158276" sldId="266"/>
            <ac:spMk id="2" creationId="{4362CA63-2E69-C670-888D-00A210699136}"/>
          </ac:spMkLst>
        </pc:spChg>
        <pc:spChg chg="mod">
          <ac:chgData name="直哉 田中" userId="f11b1f07085f18a6" providerId="LiveId" clId="{9ED4C3E5-1005-48F9-913B-91277BF1F8DC}" dt="2026-05-22T01:20:54.273" v="2293" actId="313"/>
          <ac:spMkLst>
            <pc:docMk/>
            <pc:sldMk cId="1834158276" sldId="266"/>
            <ac:spMk id="3" creationId="{E53FEDCC-E3BA-1D8A-E21B-D85342DBD938}"/>
          </ac:spMkLst>
        </pc:spChg>
      </pc:sldChg>
      <pc:sldChg chg="modSp new mod">
        <pc:chgData name="直哉 田中" userId="f11b1f07085f18a6" providerId="LiveId" clId="{9ED4C3E5-1005-48F9-913B-91277BF1F8DC}" dt="2026-05-22T01:13:23.954" v="2238" actId="122"/>
        <pc:sldMkLst>
          <pc:docMk/>
          <pc:sldMk cId="2045893436" sldId="267"/>
        </pc:sldMkLst>
        <pc:spChg chg="mod">
          <ac:chgData name="直哉 田中" userId="f11b1f07085f18a6" providerId="LiveId" clId="{9ED4C3E5-1005-48F9-913B-91277BF1F8DC}" dt="2026-05-22T01:13:09.937" v="2201" actId="20577"/>
          <ac:spMkLst>
            <pc:docMk/>
            <pc:sldMk cId="2045893436" sldId="267"/>
            <ac:spMk id="2" creationId="{549DA8D7-7871-1B53-2264-424F10B0A009}"/>
          </ac:spMkLst>
        </pc:spChg>
        <pc:spChg chg="mod">
          <ac:chgData name="直哉 田中" userId="f11b1f07085f18a6" providerId="LiveId" clId="{9ED4C3E5-1005-48F9-913B-91277BF1F8DC}" dt="2026-05-22T01:13:23.954" v="2238" actId="122"/>
          <ac:spMkLst>
            <pc:docMk/>
            <pc:sldMk cId="2045893436" sldId="267"/>
            <ac:spMk id="3" creationId="{3C186F6D-BAA7-1CA3-E818-1707D2B30596}"/>
          </ac:spMkLst>
        </pc:spChg>
      </pc:sldChg>
      <pc:sldChg chg="modSp new mod">
        <pc:chgData name="直哉 田中" userId="f11b1f07085f18a6" providerId="LiveId" clId="{9ED4C3E5-1005-48F9-913B-91277BF1F8DC}" dt="2026-05-22T01:21:55.380" v="2363" actId="20577"/>
        <pc:sldMkLst>
          <pc:docMk/>
          <pc:sldMk cId="4023716810" sldId="268"/>
        </pc:sldMkLst>
        <pc:spChg chg="mod">
          <ac:chgData name="直哉 田中" userId="f11b1f07085f18a6" providerId="LiveId" clId="{9ED4C3E5-1005-48F9-913B-91277BF1F8DC}" dt="2026-05-22T01:21:38.070" v="2318" actId="20577"/>
          <ac:spMkLst>
            <pc:docMk/>
            <pc:sldMk cId="4023716810" sldId="268"/>
            <ac:spMk id="2" creationId="{7379E96C-9CBA-1B95-A270-06B859E1DC16}"/>
          </ac:spMkLst>
        </pc:spChg>
        <pc:spChg chg="mod">
          <ac:chgData name="直哉 田中" userId="f11b1f07085f18a6" providerId="LiveId" clId="{9ED4C3E5-1005-48F9-913B-91277BF1F8DC}" dt="2026-05-22T01:21:55.380" v="2363" actId="20577"/>
          <ac:spMkLst>
            <pc:docMk/>
            <pc:sldMk cId="4023716810" sldId="268"/>
            <ac:spMk id="3" creationId="{1B348AF4-487B-76D7-12D7-D5FD950CE480}"/>
          </ac:spMkLst>
        </pc:spChg>
      </pc:sldChg>
      <pc:sldChg chg="modSp new mod">
        <pc:chgData name="直哉 田中" userId="f11b1f07085f18a6" providerId="LiveId" clId="{9ED4C3E5-1005-48F9-913B-91277BF1F8DC}" dt="2026-05-22T01:27:47.361" v="2647" actId="20577"/>
        <pc:sldMkLst>
          <pc:docMk/>
          <pc:sldMk cId="92823470" sldId="269"/>
        </pc:sldMkLst>
        <pc:spChg chg="mod">
          <ac:chgData name="直哉 田中" userId="f11b1f07085f18a6" providerId="LiveId" clId="{9ED4C3E5-1005-48F9-913B-91277BF1F8DC}" dt="2026-05-22T01:24:37.548" v="2509" actId="20577"/>
          <ac:spMkLst>
            <pc:docMk/>
            <pc:sldMk cId="92823470" sldId="269"/>
            <ac:spMk id="2" creationId="{23412A6E-5374-659A-F979-20B743E92AA5}"/>
          </ac:spMkLst>
        </pc:spChg>
        <pc:spChg chg="mod">
          <ac:chgData name="直哉 田中" userId="f11b1f07085f18a6" providerId="LiveId" clId="{9ED4C3E5-1005-48F9-913B-91277BF1F8DC}" dt="2026-05-22T01:27:47.361" v="2647" actId="20577"/>
          <ac:spMkLst>
            <pc:docMk/>
            <pc:sldMk cId="92823470" sldId="269"/>
            <ac:spMk id="3" creationId="{7A0C87C3-C66A-3449-CF54-000E9208CBD4}"/>
          </ac:spMkLst>
        </pc:spChg>
      </pc:sldChg>
      <pc:sldChg chg="modSp new mod">
        <pc:chgData name="直哉 田中" userId="f11b1f07085f18a6" providerId="LiveId" clId="{9ED4C3E5-1005-48F9-913B-91277BF1F8DC}" dt="2026-05-22T01:28:28.105" v="2694" actId="20577"/>
        <pc:sldMkLst>
          <pc:docMk/>
          <pc:sldMk cId="3021909961" sldId="270"/>
        </pc:sldMkLst>
        <pc:spChg chg="mod">
          <ac:chgData name="直哉 田中" userId="f11b1f07085f18a6" providerId="LiveId" clId="{9ED4C3E5-1005-48F9-913B-91277BF1F8DC}" dt="2026-05-22T01:27:59.688" v="2652" actId="20577"/>
          <ac:spMkLst>
            <pc:docMk/>
            <pc:sldMk cId="3021909961" sldId="270"/>
            <ac:spMk id="2" creationId="{24C132E9-2488-7BD6-7A09-333162BF5C0E}"/>
          </ac:spMkLst>
        </pc:spChg>
        <pc:spChg chg="mod">
          <ac:chgData name="直哉 田中" userId="f11b1f07085f18a6" providerId="LiveId" clId="{9ED4C3E5-1005-48F9-913B-91277BF1F8DC}" dt="2026-05-22T01:28:28.105" v="2694" actId="20577"/>
          <ac:spMkLst>
            <pc:docMk/>
            <pc:sldMk cId="3021909961" sldId="270"/>
            <ac:spMk id="3" creationId="{81D83392-B35D-F33C-9EFF-C1BBA0F11969}"/>
          </ac:spMkLst>
        </pc:spChg>
      </pc:sldChg>
      <pc:sldChg chg="modSp new mod">
        <pc:chgData name="直哉 田中" userId="f11b1f07085f18a6" providerId="LiveId" clId="{9ED4C3E5-1005-48F9-913B-91277BF1F8DC}" dt="2026-05-22T01:30:44.583" v="2840" actId="20577"/>
        <pc:sldMkLst>
          <pc:docMk/>
          <pc:sldMk cId="2341447956" sldId="271"/>
        </pc:sldMkLst>
        <pc:spChg chg="mod">
          <ac:chgData name="直哉 田中" userId="f11b1f07085f18a6" providerId="LiveId" clId="{9ED4C3E5-1005-48F9-913B-91277BF1F8DC}" dt="2026-05-22T01:28:40.987" v="2708" actId="20577"/>
          <ac:spMkLst>
            <pc:docMk/>
            <pc:sldMk cId="2341447956" sldId="271"/>
            <ac:spMk id="2" creationId="{269B361D-6E15-DB4B-1598-EB7A6F5BBDB6}"/>
          </ac:spMkLst>
        </pc:spChg>
        <pc:spChg chg="mod">
          <ac:chgData name="直哉 田中" userId="f11b1f07085f18a6" providerId="LiveId" clId="{9ED4C3E5-1005-48F9-913B-91277BF1F8DC}" dt="2026-05-22T01:30:44.583" v="2840" actId="20577"/>
          <ac:spMkLst>
            <pc:docMk/>
            <pc:sldMk cId="2341447956" sldId="271"/>
            <ac:spMk id="3" creationId="{3680580C-98E2-0F72-1B0C-E7D806B56F62}"/>
          </ac:spMkLst>
        </pc:spChg>
      </pc:sldChg>
      <pc:sldChg chg="modSp new mod">
        <pc:chgData name="直哉 田中" userId="f11b1f07085f18a6" providerId="LiveId" clId="{9ED4C3E5-1005-48F9-913B-91277BF1F8DC}" dt="2026-05-22T01:31:44.830" v="2925" actId="20577"/>
        <pc:sldMkLst>
          <pc:docMk/>
          <pc:sldMk cId="1709670933" sldId="272"/>
        </pc:sldMkLst>
        <pc:spChg chg="mod">
          <ac:chgData name="直哉 田中" userId="f11b1f07085f18a6" providerId="LiveId" clId="{9ED4C3E5-1005-48F9-913B-91277BF1F8DC}" dt="2026-05-22T01:31:30.228" v="2860" actId="20577"/>
          <ac:spMkLst>
            <pc:docMk/>
            <pc:sldMk cId="1709670933" sldId="272"/>
            <ac:spMk id="2" creationId="{4848C860-8494-861E-A03D-7DCBCBD419D8}"/>
          </ac:spMkLst>
        </pc:spChg>
        <pc:spChg chg="mod">
          <ac:chgData name="直哉 田中" userId="f11b1f07085f18a6" providerId="LiveId" clId="{9ED4C3E5-1005-48F9-913B-91277BF1F8DC}" dt="2026-05-22T01:31:44.830" v="2925" actId="20577"/>
          <ac:spMkLst>
            <pc:docMk/>
            <pc:sldMk cId="1709670933" sldId="272"/>
            <ac:spMk id="3" creationId="{A5F8E165-2E63-1B8C-AFD8-5147FC30E1D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323E6C-1732-AFAD-FB04-8C1952E7F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AEF014D-1A60-E5A8-46D3-B01F4F4F2F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A47B16-C4C4-065B-2EF0-DECF34916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095F-A1DE-4BEE-BBCC-884FA998E4D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35D203-C3BA-047A-3DD7-8CB240864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7A2EE8-C241-68B6-E4C5-A1967EF91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D7B3-F33D-4A2D-87E7-93066458D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0807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36F998-377C-2E4A-63EF-5ECAB7745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FB7EF5-831A-E01C-18D2-180B56DAB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B0F1D4-429A-5D82-F833-F77184F69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095F-A1DE-4BEE-BBCC-884FA998E4D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C7B688-189E-F838-3416-D71F4C694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0E8F39-C556-17B4-BD80-8981F55CA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D7B3-F33D-4A2D-87E7-93066458D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7969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118B25-9498-09C9-3332-25B9406EF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2F3A934-3116-695C-4F0B-3DE9ED784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796A76-8CB8-17ED-48F9-EC3E00F56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095F-A1DE-4BEE-BBCC-884FA998E4D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69FFED-0F4D-582F-4F40-B516E8177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AC8A3B-2DD6-3DEA-0D16-7917AB8B9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D7B3-F33D-4A2D-87E7-93066458D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9839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11D17E-753C-9E2E-DB24-87BB1F38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6DA656-BFA7-CC3C-3A42-0956DB5BBB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DF8D04A-8239-DD31-E525-281AF8999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208F744-7955-1D08-CD2B-1FE1F9140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095F-A1DE-4BEE-BBCC-884FA998E4D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191D89D-6704-C2EC-3B72-76FD01BC8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CBA594-08F6-F231-EAC2-38524D6F7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D7B3-F33D-4A2D-87E7-93066458D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1737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638CBB-B760-272C-1E32-29E72BE7A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F392415-2F9E-92FF-301A-3DC1CC6C3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9BEEA45-15F0-4225-E68F-0A2CC4424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59F7F8F-7EB4-1EAA-F305-CAC928621C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B89644B-FAD8-B4BF-EA57-F02D00F7F1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9DCF714-E06C-6ED9-E5D1-608549C68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095F-A1DE-4BEE-BBCC-884FA998E4D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69C955D-68FE-0CB3-974B-5ABDF91DA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747936F-6DD9-46BD-0EAF-498247E3A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D7B3-F33D-4A2D-87E7-93066458D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3490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CB5F83-8A1B-7540-531A-C5837323A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8E492F2-4190-2D66-E10E-6015F0BA0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095F-A1DE-4BEE-BBCC-884FA998E4D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155FA56-0CF4-329A-844D-4CD644048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BD41036-07A4-ED4B-6DBB-6C779AF92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D7B3-F33D-4A2D-87E7-93066458D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1852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053E051-4064-9C55-7ADB-A7E1FB409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095F-A1DE-4BEE-BBCC-884FA998E4D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EB7209D-0F22-29BB-9300-A0043A616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2154210-0A2D-6EBC-E23F-63F1478BE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D7B3-F33D-4A2D-87E7-93066458D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0097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F0391E-5E34-61F1-C5B1-85E316DA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B03B0E-15F6-CAA8-2FA4-0484AEE88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51B612D-3EFA-2261-1C39-A1C5A62AF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FC60DBB-3B3D-27F5-FA97-95A851D80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095F-A1DE-4BEE-BBCC-884FA998E4D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363FC2B-DF58-3FFE-5922-F7C7E25DD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8DF3017-2520-BF15-D599-6D6F95E91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D7B3-F33D-4A2D-87E7-93066458D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7178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C1EA26-F943-7AC1-794D-4E63BC079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BE61BAF-E473-DE06-00DE-415567C43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3E41AA5-1659-2752-CDEA-891CEE584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A37755C-F520-AA26-DDF3-A9902A056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095F-A1DE-4BEE-BBCC-884FA998E4D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9B440F4-2240-9C53-A510-7143285CE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56D9CC5-4C36-699C-26A7-73CCC3625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D7B3-F33D-4A2D-87E7-93066458D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2114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625D49-AF17-6120-90D0-0169EB8D4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F8BFE54-3831-E92A-223C-9ED273FE1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D0B218-CF07-FDB1-B0CA-6A166A67E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095F-A1DE-4BEE-BBCC-884FA998E4D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2960A6-E10D-2954-0133-0477C70B0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BC1F56-C7CB-2766-D195-F1FAC01BF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D7B3-F33D-4A2D-87E7-93066458D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1816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EF0478F-754D-73FB-9B24-74826D560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50B9B32-FB76-1717-0E11-C6E49A023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A66442-2D07-AE40-6582-D4AB5CA8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095F-A1DE-4BEE-BBCC-884FA998E4D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79487B-0E9F-D69D-EB69-AACBD74D5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DDD2B4-6CC5-06AE-9CF9-94833E2FC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D7B3-F33D-4A2D-87E7-93066458D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9742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D2D7BCC-DD15-6828-6F61-EB93BCD36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5D0B57-D697-D277-41FB-8512084BB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14BC47-1BFE-CADC-1EE3-4343AF63B3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5095F-A1DE-4BEE-BBCC-884FA998E4D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6B6679-FC80-90DD-85C4-73C815D88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BE2E8A-4F76-9239-C124-A8E39D5AF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BD7B3-F33D-4A2D-87E7-93066458D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3931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3F8194-5824-3E2B-88B6-F3B74465C3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J2</a:t>
            </a:r>
            <a:r>
              <a:rPr kumimoji="1" lang="ja-JP" altLang="en-US" dirty="0"/>
              <a:t>実験</a:t>
            </a:r>
            <a:br>
              <a:rPr kumimoji="1" lang="en-US" altLang="ja-JP" dirty="0"/>
            </a:br>
            <a:r>
              <a:rPr kumimoji="1" lang="ja-JP" altLang="en-US" dirty="0"/>
              <a:t>～</a:t>
            </a:r>
            <a:r>
              <a:rPr kumimoji="1" lang="en-US" altLang="ja-JP" dirty="0"/>
              <a:t>IoT</a:t>
            </a:r>
            <a:r>
              <a:rPr kumimoji="1" lang="ja-JP" altLang="en-US" dirty="0"/>
              <a:t>～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DAAC052-D8AA-9247-7FED-4EF6EC5539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藤井研</a:t>
            </a:r>
          </a:p>
        </p:txBody>
      </p:sp>
    </p:spTree>
    <p:extLst>
      <p:ext uri="{BB962C8B-B14F-4D97-AF65-F5344CB8AC3E}">
        <p14:creationId xmlns:p14="http://schemas.microsoft.com/office/powerpoint/2010/main" val="1309429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54DA10-C3D4-9AA0-AA32-488FA8334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実験概要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89B314-8803-8EC7-8855-CD30D409D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最終目標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疑似</a:t>
            </a:r>
            <a:r>
              <a:rPr kumimoji="1" lang="en-US" altLang="ja-JP" dirty="0"/>
              <a:t>IoT</a:t>
            </a:r>
            <a:r>
              <a:rPr kumimoji="1" lang="ja-JP" altLang="en-US" dirty="0"/>
              <a:t>エアコンを作る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r>
              <a:rPr kumimoji="1" lang="ja-JP" altLang="en-US" dirty="0"/>
              <a:t>役割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/>
              <a:t>2</a:t>
            </a:r>
            <a:r>
              <a:rPr kumimoji="1" lang="ja-JP" altLang="en-US" dirty="0"/>
              <a:t>人</a:t>
            </a:r>
            <a:r>
              <a:rPr kumimoji="1" lang="en-US" altLang="ja-JP" dirty="0"/>
              <a:t>1</a:t>
            </a:r>
            <a:r>
              <a:rPr kumimoji="1" lang="ja-JP" altLang="en-US" dirty="0"/>
              <a:t>組でパートナーを作り温度センサ側</a:t>
            </a:r>
            <a:r>
              <a:rPr kumimoji="1" lang="en-US" altLang="ja-JP" dirty="0"/>
              <a:t>(</a:t>
            </a:r>
            <a:r>
              <a:rPr kumimoji="1" lang="ja-JP" altLang="en-US" dirty="0"/>
              <a:t>入力</a:t>
            </a:r>
            <a:r>
              <a:rPr kumimoji="1" lang="en-US" altLang="ja-JP" dirty="0"/>
              <a:t>)</a:t>
            </a:r>
            <a:r>
              <a:rPr kumimoji="1" lang="ja-JP" altLang="en-US" dirty="0"/>
              <a:t>と送風側</a:t>
            </a:r>
            <a:r>
              <a:rPr kumimoji="1" lang="en-US" altLang="ja-JP" dirty="0"/>
              <a:t>(</a:t>
            </a:r>
            <a:r>
              <a:rPr kumimoji="1" lang="ja-JP" altLang="en-US" dirty="0"/>
              <a:t>出力</a:t>
            </a:r>
            <a:r>
              <a:rPr kumimoji="1" lang="en-US" altLang="ja-JP" dirty="0"/>
              <a:t>)</a:t>
            </a:r>
            <a:r>
              <a:rPr kumimoji="1" lang="ja-JP" altLang="en-US" dirty="0"/>
              <a:t>に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分かれる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38464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97EA23-6B38-BCF1-B32E-699AAE9E3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完成のイメージ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400333-4429-7B28-D3C3-FFC5038D8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概要図</a:t>
            </a:r>
          </a:p>
        </p:txBody>
      </p:sp>
      <p:sp>
        <p:nvSpPr>
          <p:cNvPr id="4" name="円柱 3">
            <a:extLst>
              <a:ext uri="{FF2B5EF4-FFF2-40B4-BE49-F238E27FC236}">
                <a16:creationId xmlns:a16="http://schemas.microsoft.com/office/drawing/2014/main" id="{E12B667C-0C89-17A0-A1C6-5063652AC865}"/>
              </a:ext>
            </a:extLst>
          </p:cNvPr>
          <p:cNvSpPr/>
          <p:nvPr/>
        </p:nvSpPr>
        <p:spPr>
          <a:xfrm>
            <a:off x="3842657" y="2416628"/>
            <a:ext cx="3037114" cy="140425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IoT</a:t>
            </a:r>
            <a:r>
              <a:rPr kumimoji="1" lang="ja-JP" altLang="en-US" dirty="0"/>
              <a:t>サーバ</a:t>
            </a:r>
          </a:p>
        </p:txBody>
      </p:sp>
      <p:pic>
        <p:nvPicPr>
          <p:cNvPr id="1026" name="Picture 2" descr="温度計（高温）のイラスト」の張り紙 | harigamiya.jp">
            <a:extLst>
              <a:ext uri="{FF2B5EF4-FFF2-40B4-BE49-F238E27FC236}">
                <a16:creationId xmlns:a16="http://schemas.microsoft.com/office/drawing/2014/main" id="{FF828F79-F4C2-A55F-7F83-38CC46459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038600"/>
            <a:ext cx="199577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FB83A66E-46F5-0002-EEC3-C3FD7DF4DD33}"/>
              </a:ext>
            </a:extLst>
          </p:cNvPr>
          <p:cNvCxnSpPr/>
          <p:nvPr/>
        </p:nvCxnSpPr>
        <p:spPr>
          <a:xfrm flipV="1">
            <a:off x="2623457" y="3907971"/>
            <a:ext cx="1393372" cy="10123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E1E592F-5593-41CA-9C86-713FB8275E83}"/>
              </a:ext>
            </a:extLst>
          </p:cNvPr>
          <p:cNvSpPr txBox="1"/>
          <p:nvPr/>
        </p:nvSpPr>
        <p:spPr>
          <a:xfrm rot="19538155">
            <a:off x="2176560" y="4091905"/>
            <a:ext cx="1949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温度情報を</a:t>
            </a:r>
            <a:r>
              <a:rPr kumimoji="1" lang="en-US" altLang="ja-JP" dirty="0"/>
              <a:t>POST</a:t>
            </a:r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67217CB-DF8B-DFE4-5BFD-39F1327294BB}"/>
              </a:ext>
            </a:extLst>
          </p:cNvPr>
          <p:cNvSpPr/>
          <p:nvPr/>
        </p:nvSpPr>
        <p:spPr>
          <a:xfrm>
            <a:off x="4397829" y="4804497"/>
            <a:ext cx="1995770" cy="11647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フローチャート: データ 9">
            <a:extLst>
              <a:ext uri="{FF2B5EF4-FFF2-40B4-BE49-F238E27FC236}">
                <a16:creationId xmlns:a16="http://schemas.microsoft.com/office/drawing/2014/main" id="{F096D7CF-57B5-1A61-7736-C34526815496}"/>
              </a:ext>
            </a:extLst>
          </p:cNvPr>
          <p:cNvSpPr/>
          <p:nvPr/>
        </p:nvSpPr>
        <p:spPr>
          <a:xfrm>
            <a:off x="3940629" y="5969268"/>
            <a:ext cx="2452970" cy="471798"/>
          </a:xfrm>
          <a:prstGeom prst="flowChartInputOutpu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20352522-B36D-3F22-6555-A1824918D1A2}"/>
              </a:ext>
            </a:extLst>
          </p:cNvPr>
          <p:cNvCxnSpPr>
            <a:cxnSpLocks/>
          </p:cNvCxnSpPr>
          <p:nvPr/>
        </p:nvCxnSpPr>
        <p:spPr>
          <a:xfrm flipV="1">
            <a:off x="4773317" y="3849089"/>
            <a:ext cx="0" cy="538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671E2C3-38BB-CA38-490C-8C52DFF27072}"/>
              </a:ext>
            </a:extLst>
          </p:cNvPr>
          <p:cNvSpPr txBox="1"/>
          <p:nvPr/>
        </p:nvSpPr>
        <p:spPr>
          <a:xfrm>
            <a:off x="3452282" y="4412136"/>
            <a:ext cx="2642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エアコンの命令を</a:t>
            </a:r>
            <a:r>
              <a:rPr kumimoji="1" lang="en-US" altLang="ja-JP" dirty="0"/>
              <a:t>POST</a:t>
            </a:r>
            <a:endParaRPr kumimoji="1" lang="ja-JP" altLang="en-US" dirty="0"/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34DB85F7-1207-9B23-2163-DA89F696C9D0}"/>
              </a:ext>
            </a:extLst>
          </p:cNvPr>
          <p:cNvCxnSpPr/>
          <p:nvPr/>
        </p:nvCxnSpPr>
        <p:spPr>
          <a:xfrm>
            <a:off x="6393599" y="3820886"/>
            <a:ext cx="0" cy="6531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131FC85-1B68-B4C3-C796-F57F444977F2}"/>
              </a:ext>
            </a:extLst>
          </p:cNvPr>
          <p:cNvSpPr txBox="1"/>
          <p:nvPr/>
        </p:nvSpPr>
        <p:spPr>
          <a:xfrm>
            <a:off x="5932382" y="4412136"/>
            <a:ext cx="179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温度情報を</a:t>
            </a:r>
            <a:r>
              <a:rPr kumimoji="1" lang="en-US" altLang="ja-JP" dirty="0"/>
              <a:t>GET</a:t>
            </a:r>
            <a:endParaRPr kumimoji="1" lang="ja-JP" altLang="en-US" dirty="0"/>
          </a:p>
        </p:txBody>
      </p:sp>
      <p:sp>
        <p:nvSpPr>
          <p:cNvPr id="18" name="フリーフォーム: 図形 17">
            <a:extLst>
              <a:ext uri="{FF2B5EF4-FFF2-40B4-BE49-F238E27FC236}">
                <a16:creationId xmlns:a16="http://schemas.microsoft.com/office/drawing/2014/main" id="{0555D23D-23E1-038D-3E55-A48F108EDAA4}"/>
              </a:ext>
            </a:extLst>
          </p:cNvPr>
          <p:cNvSpPr/>
          <p:nvPr/>
        </p:nvSpPr>
        <p:spPr>
          <a:xfrm>
            <a:off x="4637314" y="5377149"/>
            <a:ext cx="1066801" cy="326965"/>
          </a:xfrm>
          <a:custGeom>
            <a:avLst/>
            <a:gdLst>
              <a:gd name="csX0" fmla="*/ 0 w 1066801"/>
              <a:gd name="csY0" fmla="*/ 272537 h 326965"/>
              <a:gd name="csX1" fmla="*/ 108857 w 1066801"/>
              <a:gd name="csY1" fmla="*/ 185451 h 326965"/>
              <a:gd name="csX2" fmla="*/ 206829 w 1066801"/>
              <a:gd name="csY2" fmla="*/ 120137 h 326965"/>
              <a:gd name="csX3" fmla="*/ 239486 w 1066801"/>
              <a:gd name="csY3" fmla="*/ 87480 h 326965"/>
              <a:gd name="csX4" fmla="*/ 326572 w 1066801"/>
              <a:gd name="csY4" fmla="*/ 43937 h 326965"/>
              <a:gd name="csX5" fmla="*/ 370115 w 1066801"/>
              <a:gd name="csY5" fmla="*/ 11280 h 326965"/>
              <a:gd name="csX6" fmla="*/ 424543 w 1066801"/>
              <a:gd name="csY6" fmla="*/ 261651 h 326965"/>
              <a:gd name="csX7" fmla="*/ 457200 w 1066801"/>
              <a:gd name="csY7" fmla="*/ 239880 h 326965"/>
              <a:gd name="csX8" fmla="*/ 489857 w 1066801"/>
              <a:gd name="csY8" fmla="*/ 228994 h 326965"/>
              <a:gd name="csX9" fmla="*/ 544286 w 1066801"/>
              <a:gd name="csY9" fmla="*/ 196337 h 326965"/>
              <a:gd name="csX10" fmla="*/ 696686 w 1066801"/>
              <a:gd name="csY10" fmla="*/ 174565 h 326965"/>
              <a:gd name="csX11" fmla="*/ 892629 w 1066801"/>
              <a:gd name="csY11" fmla="*/ 185451 h 326965"/>
              <a:gd name="csX12" fmla="*/ 903515 w 1066801"/>
              <a:gd name="csY12" fmla="*/ 228994 h 326965"/>
              <a:gd name="csX13" fmla="*/ 936172 w 1066801"/>
              <a:gd name="csY13" fmla="*/ 250765 h 326965"/>
              <a:gd name="csX14" fmla="*/ 957943 w 1066801"/>
              <a:gd name="csY14" fmla="*/ 272537 h 326965"/>
              <a:gd name="csX15" fmla="*/ 1055915 w 1066801"/>
              <a:gd name="csY15" fmla="*/ 218108 h 326965"/>
              <a:gd name="csX16" fmla="*/ 1066800 w 1066801"/>
              <a:gd name="csY16" fmla="*/ 326965 h 3269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066801" h="326965">
                <a:moveTo>
                  <a:pt x="0" y="272537"/>
                </a:moveTo>
                <a:cubicBezTo>
                  <a:pt x="143540" y="128997"/>
                  <a:pt x="-28717" y="292454"/>
                  <a:pt x="108857" y="185451"/>
                </a:cubicBezTo>
                <a:cubicBezTo>
                  <a:pt x="199957" y="114595"/>
                  <a:pt x="101223" y="162378"/>
                  <a:pt x="206829" y="120137"/>
                </a:cubicBezTo>
                <a:cubicBezTo>
                  <a:pt x="217715" y="109251"/>
                  <a:pt x="227170" y="96717"/>
                  <a:pt x="239486" y="87480"/>
                </a:cubicBezTo>
                <a:cubicBezTo>
                  <a:pt x="280620" y="56629"/>
                  <a:pt x="286388" y="57331"/>
                  <a:pt x="326572" y="43937"/>
                </a:cubicBezTo>
                <a:cubicBezTo>
                  <a:pt x="341086" y="33051"/>
                  <a:pt x="353888" y="19394"/>
                  <a:pt x="370115" y="11280"/>
                </a:cubicBezTo>
                <a:cubicBezTo>
                  <a:pt x="496908" y="-52117"/>
                  <a:pt x="420650" y="168213"/>
                  <a:pt x="424543" y="261651"/>
                </a:cubicBezTo>
                <a:cubicBezTo>
                  <a:pt x="435429" y="254394"/>
                  <a:pt x="445498" y="245731"/>
                  <a:pt x="457200" y="239880"/>
                </a:cubicBezTo>
                <a:cubicBezTo>
                  <a:pt x="467463" y="234748"/>
                  <a:pt x="480018" y="234898"/>
                  <a:pt x="489857" y="228994"/>
                </a:cubicBezTo>
                <a:cubicBezTo>
                  <a:pt x="533924" y="202553"/>
                  <a:pt x="486037" y="206616"/>
                  <a:pt x="544286" y="196337"/>
                </a:cubicBezTo>
                <a:cubicBezTo>
                  <a:pt x="594821" y="187419"/>
                  <a:pt x="696686" y="174565"/>
                  <a:pt x="696686" y="174565"/>
                </a:cubicBezTo>
                <a:cubicBezTo>
                  <a:pt x="762000" y="178194"/>
                  <a:pt x="829368" y="168803"/>
                  <a:pt x="892629" y="185451"/>
                </a:cubicBezTo>
                <a:cubicBezTo>
                  <a:pt x="907097" y="189259"/>
                  <a:pt x="895216" y="216546"/>
                  <a:pt x="903515" y="228994"/>
                </a:cubicBezTo>
                <a:cubicBezTo>
                  <a:pt x="910772" y="239880"/>
                  <a:pt x="925956" y="242592"/>
                  <a:pt x="936172" y="250765"/>
                </a:cubicBezTo>
                <a:cubicBezTo>
                  <a:pt x="944186" y="257176"/>
                  <a:pt x="950686" y="265280"/>
                  <a:pt x="957943" y="272537"/>
                </a:cubicBezTo>
                <a:cubicBezTo>
                  <a:pt x="1056161" y="247982"/>
                  <a:pt x="1035567" y="279152"/>
                  <a:pt x="1055915" y="218108"/>
                </a:cubicBezTo>
                <a:cubicBezTo>
                  <a:pt x="1067201" y="319686"/>
                  <a:pt x="1066800" y="283222"/>
                  <a:pt x="1066800" y="3269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E97C6702-1AED-AE91-BBD1-67C47D825819}"/>
              </a:ext>
            </a:extLst>
          </p:cNvPr>
          <p:cNvSpPr/>
          <p:nvPr/>
        </p:nvSpPr>
        <p:spPr>
          <a:xfrm>
            <a:off x="5863743" y="5524070"/>
            <a:ext cx="461217" cy="2308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8" name="Picture 4" descr="エアコンの温度を調整している男性のイラスト（節電） | かわいいフリー素材集 いらすとや">
            <a:extLst>
              <a:ext uri="{FF2B5EF4-FFF2-40B4-BE49-F238E27FC236}">
                <a16:creationId xmlns:a16="http://schemas.microsoft.com/office/drawing/2014/main" id="{22490002-E921-B438-C36C-B87BAEEBB8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t="-2113" r="33804" b="68145"/>
          <a:stretch>
            <a:fillRect/>
          </a:stretch>
        </p:blipFill>
        <p:spPr bwMode="auto">
          <a:xfrm>
            <a:off x="7522776" y="3573917"/>
            <a:ext cx="4544105" cy="2329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3A618033-29F1-DC4F-4C76-67CFFD41C01C}"/>
              </a:ext>
            </a:extLst>
          </p:cNvPr>
          <p:cNvCxnSpPr>
            <a:cxnSpLocks/>
          </p:cNvCxnSpPr>
          <p:nvPr/>
        </p:nvCxnSpPr>
        <p:spPr>
          <a:xfrm>
            <a:off x="7097486" y="3145971"/>
            <a:ext cx="1556657" cy="2830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171C699-DA02-C60B-C1A2-4FA5251687D6}"/>
              </a:ext>
            </a:extLst>
          </p:cNvPr>
          <p:cNvSpPr txBox="1"/>
          <p:nvPr/>
        </p:nvSpPr>
        <p:spPr>
          <a:xfrm>
            <a:off x="7994089" y="3475573"/>
            <a:ext cx="179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命令</a:t>
            </a:r>
            <a:r>
              <a:rPr kumimoji="1" lang="ja-JP" altLang="en-US" dirty="0"/>
              <a:t>情報を</a:t>
            </a:r>
            <a:r>
              <a:rPr kumimoji="1" lang="en-US" altLang="ja-JP" dirty="0"/>
              <a:t>GET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25930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720210-8FE6-9830-559D-2746B5976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SSH</a:t>
            </a:r>
            <a:r>
              <a:rPr kumimoji="1" lang="ja-JP" altLang="en-US" dirty="0"/>
              <a:t>接続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9B6222-50FB-D841-3FCC-E8ACE654D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ユーザ名を入力　　　↓例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>
                <a:solidFill>
                  <a:schemeClr val="bg1"/>
                </a:solidFill>
                <a:highlight>
                  <a:srgbClr val="000000"/>
                </a:highlight>
              </a:rPr>
              <a:t>C:\&gt;ssh (</a:t>
            </a:r>
            <a:r>
              <a:rPr lang="ja-JP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ユーザ名</a:t>
            </a:r>
            <a:r>
              <a:rPr lang="en-US" altLang="ja-JP" dirty="0">
                <a:solidFill>
                  <a:schemeClr val="bg1"/>
                </a:solidFill>
                <a:highlight>
                  <a:srgbClr val="000000"/>
                </a:highlight>
              </a:rPr>
              <a:t>)</a:t>
            </a:r>
            <a:endParaRPr kumimoji="1" lang="ja-JP" altLang="en-US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9FFF939-FAA1-77C4-65B4-CD5A72227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4454"/>
            <a:ext cx="12192000" cy="389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712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16960D-77AA-5495-C3C6-F82BBDE4D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今回使う</a:t>
            </a:r>
            <a:r>
              <a:rPr lang="en-US" altLang="ja-JP" dirty="0"/>
              <a:t>Linux</a:t>
            </a:r>
            <a:r>
              <a:rPr kumimoji="1" lang="ja-JP" altLang="en-US" dirty="0"/>
              <a:t>の基本的なコマンド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65C34A-C388-2FA1-F710-C0200528F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必要最低限なコマンド</a:t>
            </a:r>
            <a:endParaRPr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27FC0F11-9797-69AB-9033-4D2F9C553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226716"/>
              </p:ext>
            </p:extLst>
          </p:nvPr>
        </p:nvGraphicFramePr>
        <p:xfrm>
          <a:off x="2032000" y="2983894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63793354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17126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コマンド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意味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33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nano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ファイル作成と編集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628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err="1"/>
                        <a:t>mkdir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フォルダ作成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958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cd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ディレクトリ移動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86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ls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フォルダ内ファイル一覧表示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532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5844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B4F56B-AAF5-2877-AE11-DF9C3B729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フォルダ作成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746530-C161-23B1-0ED3-AA511EC71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実験用フォルダを作成</a:t>
            </a:r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EE1DD1E-E2FC-1837-F253-D80F2165F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02" y="2575697"/>
            <a:ext cx="11250595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471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48D393-3CF7-663C-494F-0CE4A756A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デモ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7090BA6-04E1-07D3-6C98-5CEE1C2F7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380719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L</a:t>
            </a:r>
            <a:r>
              <a:rPr kumimoji="1" lang="ja-JP" altLang="en-US" dirty="0"/>
              <a:t>チカ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自分のフォルダに移って「</a:t>
            </a:r>
            <a:r>
              <a:rPr kumimoji="1" lang="en-US" altLang="ja-JP" dirty="0"/>
              <a:t>nano demo.py</a:t>
            </a:r>
            <a:r>
              <a:rPr kumimoji="1" lang="ja-JP" altLang="en-US" dirty="0"/>
              <a:t>」で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以下のプログラム入力</a:t>
            </a:r>
            <a:r>
              <a:rPr kumimoji="1" lang="en-US" altLang="ja-JP" dirty="0"/>
              <a:t>(1</a:t>
            </a:r>
            <a:r>
              <a:rPr kumimoji="1" lang="ja-JP" altLang="en-US" dirty="0"/>
              <a:t>秒ごとに</a:t>
            </a:r>
            <a:r>
              <a:rPr kumimoji="1" lang="en-US" altLang="ja-JP" dirty="0"/>
              <a:t>LED</a:t>
            </a:r>
            <a:r>
              <a:rPr kumimoji="1" lang="ja-JP" altLang="en-US" dirty="0"/>
              <a:t>が点滅</a:t>
            </a:r>
            <a:r>
              <a:rPr kumimoji="1" lang="en-US" altLang="ja-JP" dirty="0"/>
              <a:t>)</a:t>
            </a:r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終わったら</a:t>
            </a:r>
            <a:r>
              <a:rPr lang="en-US" altLang="ja-JP" dirty="0"/>
              <a:t>Ctrl</a:t>
            </a:r>
            <a:r>
              <a:rPr lang="ja-JP" altLang="en-US" dirty="0"/>
              <a:t>＋</a:t>
            </a:r>
            <a:r>
              <a:rPr lang="en-US" altLang="ja-JP" dirty="0"/>
              <a:t>x</a:t>
            </a:r>
            <a:r>
              <a:rPr lang="ja-JP" altLang="en-US" dirty="0"/>
              <a:t>　→　</a:t>
            </a:r>
            <a:r>
              <a:rPr lang="en-US" altLang="ja-JP" dirty="0"/>
              <a:t>Y</a:t>
            </a:r>
            <a:r>
              <a:rPr lang="ja-JP" altLang="en-US" dirty="0"/>
              <a:t>　→　</a:t>
            </a:r>
            <a:r>
              <a:rPr lang="en-US" altLang="ja-JP" dirty="0"/>
              <a:t>Enter</a:t>
            </a:r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EBE3FA9-8AD4-6802-6CB3-35273F924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6441"/>
            <a:ext cx="12192000" cy="281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108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18927-9393-2C3C-FBFA-2427FEE4B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センサ側プログラム①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704599-A9C6-8457-3ACF-DDD33956D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前準備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以下のコマンド実行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 err="1">
                <a:solidFill>
                  <a:schemeClr val="bg1"/>
                </a:solidFill>
                <a:highlight>
                  <a:srgbClr val="000000"/>
                </a:highlight>
              </a:rPr>
              <a:t>sudo</a:t>
            </a:r>
            <a:r>
              <a:rPr lang="en-US" altLang="ja-JP" dirty="0">
                <a:solidFill>
                  <a:schemeClr val="bg1"/>
                </a:solidFill>
                <a:highlight>
                  <a:srgbClr val="000000"/>
                </a:highlight>
              </a:rPr>
              <a:t> apt-get install git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bg1"/>
                </a:solidFill>
                <a:highlight>
                  <a:srgbClr val="000000"/>
                </a:highlight>
              </a:rPr>
              <a:t>git clone https://github.com/szazo/DHT11_Python.git</a:t>
            </a:r>
          </a:p>
          <a:p>
            <a:pPr marL="0" indent="0">
              <a:buNone/>
            </a:pPr>
            <a:endParaRPr kumimoji="1" lang="en-US" altLang="ja-JP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marL="0" indent="0">
              <a:buNone/>
            </a:pPr>
            <a:r>
              <a:rPr kumimoji="1" lang="en-US" altLang="ja-JP" dirty="0"/>
              <a:t>dht11_example.py</a:t>
            </a:r>
            <a:r>
              <a:rPr kumimoji="1" lang="ja-JP" altLang="en-US" dirty="0"/>
              <a:t>を実行</a:t>
            </a:r>
          </a:p>
        </p:txBody>
      </p:sp>
    </p:spTree>
    <p:extLst>
      <p:ext uri="{BB962C8B-B14F-4D97-AF65-F5344CB8AC3E}">
        <p14:creationId xmlns:p14="http://schemas.microsoft.com/office/powerpoint/2010/main" val="3118961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932C3F-E1D8-1DEB-EC7F-12453B4FD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IoT</a:t>
            </a:r>
            <a:r>
              <a:rPr kumimoji="1" lang="ja-JP" altLang="en-US" dirty="0"/>
              <a:t>サーバプログラム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7CCFD5-6C66-F16D-0D4F-A521257A9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センサラズパイの</a:t>
            </a:r>
            <a:r>
              <a:rPr kumimoji="1" lang="en-US" altLang="ja-JP" dirty="0"/>
              <a:t>POST</a:t>
            </a:r>
            <a:r>
              <a:rPr kumimoji="1" lang="ja-JP" altLang="en-US" dirty="0"/>
              <a:t>受信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→温度の情報を受信</a:t>
            </a:r>
            <a:endParaRPr kumimoji="1" lang="en-US" altLang="ja-JP" dirty="0"/>
          </a:p>
          <a:p>
            <a:r>
              <a:rPr lang="ja-JP" altLang="en-US" dirty="0"/>
              <a:t>アクチュエータラズパイに</a:t>
            </a:r>
            <a:r>
              <a:rPr lang="en-US" altLang="ja-JP" dirty="0"/>
              <a:t>JSON</a:t>
            </a:r>
            <a:r>
              <a:rPr lang="ja-JP" altLang="en-US" dirty="0"/>
              <a:t>送信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→温度情報とエアコンの種類</a:t>
            </a:r>
            <a:r>
              <a:rPr lang="en-US" altLang="ja-JP" dirty="0"/>
              <a:t>(</a:t>
            </a:r>
            <a:r>
              <a:rPr lang="ja-JP" altLang="en-US" dirty="0"/>
              <a:t>暖房・冷房・無風</a:t>
            </a:r>
            <a:r>
              <a:rPr lang="en-US" altLang="ja-JP" dirty="0"/>
              <a:t>)</a:t>
            </a:r>
            <a:r>
              <a:rPr lang="ja-JP" altLang="en-US" dirty="0"/>
              <a:t>を送信</a:t>
            </a:r>
            <a:endParaRPr lang="en-US" altLang="ja-JP" dirty="0"/>
          </a:p>
          <a:p>
            <a:r>
              <a:rPr kumimoji="1" lang="ja-JP" altLang="en-US" dirty="0"/>
              <a:t>ダッシュボード</a:t>
            </a:r>
            <a:r>
              <a:rPr kumimoji="1" lang="en-US" altLang="ja-JP" dirty="0"/>
              <a:t>(</a:t>
            </a:r>
            <a:r>
              <a:rPr kumimoji="1" lang="ja-JP" altLang="en-US" dirty="0"/>
              <a:t>温度の折れ線グラフ</a:t>
            </a:r>
            <a:r>
              <a:rPr kumimoji="1" lang="en-US" altLang="ja-JP" dirty="0"/>
              <a:t>)</a:t>
            </a:r>
            <a:r>
              <a:rPr kumimoji="1" lang="ja-JP" altLang="en-US" dirty="0"/>
              <a:t>を</a:t>
            </a:r>
            <a:r>
              <a:rPr kumimoji="1" lang="en-US" altLang="ja-JP" dirty="0"/>
              <a:t>Chart.js</a:t>
            </a:r>
            <a:r>
              <a:rPr kumimoji="1" lang="ja-JP" altLang="en-US" dirty="0"/>
              <a:t>で表示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→温度情報を</a:t>
            </a:r>
            <a:r>
              <a:rPr lang="en-US" altLang="ja-JP" dirty="0"/>
              <a:t>JavaScript</a:t>
            </a:r>
            <a:r>
              <a:rPr lang="ja-JP" altLang="en-US" dirty="0"/>
              <a:t>で把握</a:t>
            </a:r>
            <a:endParaRPr kumimoji="1" lang="en-US" altLang="ja-JP" dirty="0"/>
          </a:p>
          <a:p>
            <a:r>
              <a:rPr lang="ja-JP" altLang="en-US" dirty="0"/>
              <a:t>ダッシュボード画面のエアコン使用の</a:t>
            </a:r>
            <a:r>
              <a:rPr lang="en-US" altLang="ja-JP" dirty="0"/>
              <a:t>POST</a:t>
            </a:r>
            <a:r>
              <a:rPr lang="ja-JP" altLang="en-US" dirty="0"/>
              <a:t>受信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→使用するエアコンの種類を</a:t>
            </a:r>
            <a:r>
              <a:rPr kumimoji="1" lang="en-US" altLang="ja-JP" dirty="0"/>
              <a:t>POST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85747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6B9838-BE4F-4F88-BCA5-0FBE3C356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アクチュエータ側プログラム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36CEBA-EADA-14AB-F95F-F24C0C35C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ja-JP" dirty="0"/>
              <a:t>requests</a:t>
            </a:r>
            <a:r>
              <a:rPr kumimoji="1" lang="ja-JP" altLang="en-US" dirty="0"/>
              <a:t>ライブラリで</a:t>
            </a:r>
            <a:r>
              <a:rPr kumimoji="1" lang="en-US" altLang="ja-JP" dirty="0"/>
              <a:t>3</a:t>
            </a:r>
            <a:r>
              <a:rPr kumimoji="1" lang="ja-JP" altLang="en-US" dirty="0"/>
              <a:t>秒ごとに</a:t>
            </a:r>
            <a:r>
              <a:rPr kumimoji="1" lang="en-US" altLang="ja-JP" dirty="0"/>
              <a:t>GET</a:t>
            </a:r>
          </a:p>
          <a:p>
            <a:pPr marL="0" indent="0">
              <a:buNone/>
            </a:pPr>
            <a:r>
              <a:rPr lang="ja-JP" altLang="en-US" dirty="0"/>
              <a:t>↓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JSON</a:t>
            </a:r>
            <a:r>
              <a:rPr lang="ja-JP" altLang="en-US" dirty="0"/>
              <a:t>の「</a:t>
            </a:r>
            <a:r>
              <a:rPr lang="en-US" altLang="ja-JP" dirty="0"/>
              <a:t>state</a:t>
            </a:r>
            <a:r>
              <a:rPr lang="ja-JP" altLang="en-US" dirty="0"/>
              <a:t>」を抽出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「</a:t>
            </a:r>
            <a:r>
              <a:rPr kumimoji="1" lang="en-US" altLang="ja-JP" dirty="0"/>
              <a:t>cool</a:t>
            </a:r>
            <a:r>
              <a:rPr lang="ja-JP" altLang="en-US" dirty="0"/>
              <a:t>」</a:t>
            </a:r>
            <a:r>
              <a:rPr kumimoji="1" lang="ja-JP" altLang="en-US" dirty="0"/>
              <a:t>なら緑色</a:t>
            </a:r>
            <a:r>
              <a:rPr kumimoji="1" lang="en-US" altLang="ja-JP" dirty="0"/>
              <a:t>LED</a:t>
            </a:r>
            <a:r>
              <a:rPr kumimoji="1" lang="ja-JP" altLang="en-US" dirty="0"/>
              <a:t>点灯と冷房用モータ回転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「</a:t>
            </a:r>
            <a:r>
              <a:rPr lang="en-US" altLang="ja-JP" dirty="0"/>
              <a:t>heat</a:t>
            </a:r>
            <a:r>
              <a:rPr lang="ja-JP" altLang="en-US" dirty="0"/>
              <a:t>」なら赤色</a:t>
            </a:r>
            <a:r>
              <a:rPr lang="en-US" altLang="ja-JP" dirty="0"/>
              <a:t>LED</a:t>
            </a:r>
            <a:r>
              <a:rPr lang="ja-JP" altLang="en-US" dirty="0"/>
              <a:t>点灯と暖房用モータ回転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「</a:t>
            </a:r>
            <a:r>
              <a:rPr kumimoji="1" lang="en-US" altLang="ja-JP" dirty="0"/>
              <a:t>none</a:t>
            </a:r>
            <a:r>
              <a:rPr kumimoji="1" lang="ja-JP" altLang="en-US" dirty="0"/>
              <a:t>」なら</a:t>
            </a:r>
            <a:r>
              <a:rPr kumimoji="1" lang="en-US" altLang="ja-JP" dirty="0"/>
              <a:t>LED</a:t>
            </a:r>
            <a:r>
              <a:rPr kumimoji="1" lang="ja-JP" altLang="en-US" dirty="0"/>
              <a:t>消灯とモータを止める</a:t>
            </a:r>
          </a:p>
        </p:txBody>
      </p:sp>
    </p:spTree>
    <p:extLst>
      <p:ext uri="{BB962C8B-B14F-4D97-AF65-F5344CB8AC3E}">
        <p14:creationId xmlns:p14="http://schemas.microsoft.com/office/powerpoint/2010/main" val="2943131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62CA63-2E69-C670-888D-00A210699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アクチュエータ用プログラム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3FEDCC-E3BA-1D8A-E21B-D85342DBD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JSON</a:t>
            </a:r>
            <a:r>
              <a:rPr kumimoji="1" lang="ja-JP" altLang="en-US" dirty="0"/>
              <a:t>例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/>
              <a:t>{“state” : “cool”</a:t>
            </a:r>
          </a:p>
          <a:p>
            <a:pPr marL="0" indent="0">
              <a:buNone/>
            </a:pPr>
            <a:r>
              <a:rPr lang="ja-JP" altLang="en-US" dirty="0"/>
              <a:t> </a:t>
            </a:r>
            <a:r>
              <a:rPr lang="en-US" altLang="ja-JP" dirty="0"/>
              <a:t>“temp”</a:t>
            </a:r>
            <a:r>
              <a:rPr lang="ja-JP" altLang="en-US" dirty="0"/>
              <a:t> </a:t>
            </a:r>
            <a:r>
              <a:rPr lang="en-US" altLang="ja-JP" dirty="0"/>
              <a:t>:</a:t>
            </a:r>
            <a:r>
              <a:rPr lang="ja-JP" altLang="en-US" dirty="0"/>
              <a:t> </a:t>
            </a:r>
            <a:r>
              <a:rPr lang="en-US" altLang="ja-JP" dirty="0"/>
              <a:t>27}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34158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9DA8D7-7871-1B53-2264-424F10B0A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アクチュエータ用プログラム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186F6D-BAA7-1CA3-E818-1707D2B30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プログラム</a:t>
            </a:r>
            <a:endParaRPr kumimoji="1" lang="en-US" altLang="ja-JP" dirty="0"/>
          </a:p>
          <a:p>
            <a:pPr marL="0" indent="0" algn="ctr">
              <a:buNone/>
            </a:pPr>
            <a:r>
              <a:rPr lang="ja-JP" altLang="en-US" dirty="0"/>
              <a:t>＜</a:t>
            </a:r>
            <a:r>
              <a:rPr lang="en-US" altLang="ja-JP" dirty="0"/>
              <a:t>8</a:t>
            </a:r>
            <a:r>
              <a:rPr lang="ja-JP" altLang="en-US" dirty="0"/>
              <a:t>月に作ります＞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45893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79E96C-9CBA-1B95-A270-06B859E1D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センサ用プログラム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348AF4-487B-76D7-12D7-D5FD950CE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ja-JP" dirty="0"/>
              <a:t>3</a:t>
            </a:r>
            <a:r>
              <a:rPr kumimoji="1" lang="ja-JP" altLang="en-US" dirty="0"/>
              <a:t>秒ごとに温度情報を</a:t>
            </a:r>
            <a:r>
              <a:rPr kumimoji="1" lang="en-US" altLang="ja-JP" dirty="0"/>
              <a:t>POST</a:t>
            </a:r>
            <a:r>
              <a:rPr kumimoji="1" lang="ja-JP" altLang="en-US" dirty="0"/>
              <a:t>で送信</a:t>
            </a:r>
          </a:p>
        </p:txBody>
      </p:sp>
    </p:spTree>
    <p:extLst>
      <p:ext uri="{BB962C8B-B14F-4D97-AF65-F5344CB8AC3E}">
        <p14:creationId xmlns:p14="http://schemas.microsoft.com/office/powerpoint/2010/main" val="4023716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412A6E-5374-659A-F979-20B743E92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サーバサイド①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0C87C3-C66A-3449-CF54-000E9208C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ja-JP" dirty="0"/>
              <a:t>@app.route(“/”)</a:t>
            </a:r>
          </a:p>
          <a:p>
            <a:pPr marL="0" indent="0">
              <a:buNone/>
            </a:pPr>
            <a:r>
              <a:rPr lang="en-US" altLang="ja-JP" dirty="0"/>
              <a:t>def home():</a:t>
            </a:r>
          </a:p>
          <a:p>
            <a:pPr marL="0" indent="0">
              <a:buNone/>
            </a:pPr>
            <a:r>
              <a:rPr kumimoji="1" lang="en-US" altLang="ja-JP" dirty="0"/>
              <a:t>…</a:t>
            </a:r>
          </a:p>
          <a:p>
            <a:pPr marL="0" indent="0">
              <a:buNone/>
            </a:pPr>
            <a:r>
              <a:rPr lang="en-US" altLang="ja-JP" dirty="0"/>
              <a:t>	return </a:t>
            </a:r>
            <a:r>
              <a:rPr lang="en-US" altLang="ja-JP" dirty="0" err="1"/>
              <a:t>render_template</a:t>
            </a:r>
            <a:r>
              <a:rPr lang="en-US" altLang="ja-JP" dirty="0"/>
              <a:t>(“index.html”, res=res)</a:t>
            </a:r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/>
              <a:t>@app.route(“/sence”, methods=[“POST”])</a:t>
            </a:r>
          </a:p>
          <a:p>
            <a:pPr marL="0" indent="0">
              <a:buNone/>
            </a:pPr>
            <a:r>
              <a:rPr lang="en-US" altLang="ja-JP" dirty="0"/>
              <a:t>d</a:t>
            </a:r>
            <a:r>
              <a:rPr kumimoji="1" lang="en-US" altLang="ja-JP" dirty="0"/>
              <a:t>ef </a:t>
            </a:r>
            <a:r>
              <a:rPr kumimoji="1" lang="en-US" altLang="ja-JP" dirty="0" err="1"/>
              <a:t>sence</a:t>
            </a:r>
            <a:r>
              <a:rPr kumimoji="1" lang="en-US" altLang="ja-JP" dirty="0"/>
              <a:t>():</a:t>
            </a:r>
          </a:p>
          <a:p>
            <a:pPr marL="0" indent="0">
              <a:buNone/>
            </a:pPr>
            <a:r>
              <a:rPr lang="en-US" altLang="ja-JP" dirty="0"/>
              <a:t>…</a:t>
            </a:r>
          </a:p>
          <a:p>
            <a:pPr marL="0" indent="0">
              <a:buNone/>
            </a:pPr>
            <a:r>
              <a:rPr kumimoji="1" lang="en-US" altLang="ja-JP" dirty="0"/>
              <a:t>	return </a:t>
            </a:r>
            <a:r>
              <a:rPr kumimoji="1" lang="en-US" altLang="ja-JP" dirty="0" err="1"/>
              <a:t>jsonify</a:t>
            </a:r>
            <a:r>
              <a:rPr kumimoji="1" lang="en-US" altLang="ja-JP" dirty="0"/>
              <a:t>(</a:t>
            </a:r>
            <a:r>
              <a:rPr kumimoji="1" lang="en-US" altLang="ja-JP" dirty="0" err="1"/>
              <a:t>dic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2823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C132E9-2488-7BD6-7A09-333162BF5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サーバサイド②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1D83392-B35D-F33C-9EFF-C1BBA0F11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ja-JP" dirty="0"/>
              <a:t>@app.route(“air”)</a:t>
            </a:r>
          </a:p>
          <a:p>
            <a:pPr marL="0" indent="0">
              <a:buNone/>
            </a:pPr>
            <a:r>
              <a:rPr lang="en-US" altLang="ja-JP" dirty="0"/>
              <a:t>def air():</a:t>
            </a:r>
          </a:p>
          <a:p>
            <a:pPr marL="0" indent="0">
              <a:buNone/>
            </a:pPr>
            <a:r>
              <a:rPr lang="en-US" altLang="ja-JP" dirty="0"/>
              <a:t>…</a:t>
            </a:r>
          </a:p>
          <a:p>
            <a:pPr marL="0" indent="0">
              <a:buNone/>
            </a:pPr>
            <a:r>
              <a:rPr kumimoji="1" lang="en-US" altLang="ja-JP" dirty="0"/>
              <a:t>	return </a:t>
            </a:r>
            <a:r>
              <a:rPr kumimoji="1" lang="en-US" altLang="ja-JP" dirty="0" err="1"/>
              <a:t>jsonify</a:t>
            </a:r>
            <a:r>
              <a:rPr kumimoji="1" lang="en-US" altLang="ja-JP" dirty="0"/>
              <a:t>(</a:t>
            </a:r>
            <a:r>
              <a:rPr kumimoji="1" lang="en-US" altLang="ja-JP" dirty="0" err="1"/>
              <a:t>dic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21909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9B361D-6E15-DB4B-1598-EB7A6F5BB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Index.html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80580C-98E2-0F72-1B0C-E7D806B56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/>
              <a:t>XMLHttpRequest</a:t>
            </a:r>
            <a:endParaRPr kumimoji="1" lang="en-US" altLang="ja-JP" dirty="0"/>
          </a:p>
          <a:p>
            <a:r>
              <a:rPr lang="en-US" altLang="ja-JP" dirty="0" err="1"/>
              <a:t>JSON.parse</a:t>
            </a:r>
            <a:endParaRPr lang="en-US" altLang="ja-JP" dirty="0"/>
          </a:p>
          <a:p>
            <a:r>
              <a:rPr kumimoji="1" lang="en-US" altLang="ja-JP" dirty="0"/>
              <a:t>Chart.js</a:t>
            </a:r>
          </a:p>
          <a:p>
            <a:pPr marL="0" indent="0">
              <a:buNone/>
            </a:pPr>
            <a:r>
              <a:rPr lang="ja-JP" altLang="en-US" dirty="0"/>
              <a:t>で温度のダッシュボード作成</a:t>
            </a:r>
            <a:endParaRPr kumimoji="1" lang="en-US" altLang="ja-JP" dirty="0"/>
          </a:p>
          <a:p>
            <a:pPr marL="0" indent="0" algn="ctr">
              <a:buNone/>
            </a:pPr>
            <a:r>
              <a:rPr kumimoji="1" lang="en-US" altLang="ja-JP" dirty="0"/>
              <a:t>&lt;</a:t>
            </a:r>
            <a:r>
              <a:rPr kumimoji="1" lang="ja-JP" altLang="en-US" dirty="0"/>
              <a:t>プログラムは</a:t>
            </a:r>
            <a:r>
              <a:rPr kumimoji="1" lang="en-US" altLang="ja-JP" dirty="0"/>
              <a:t>8</a:t>
            </a:r>
            <a:r>
              <a:rPr kumimoji="1" lang="ja-JP" altLang="en-US" dirty="0"/>
              <a:t>月に準備します</a:t>
            </a:r>
            <a:r>
              <a:rPr kumimoji="1" lang="en-US" altLang="ja-JP" dirty="0"/>
              <a:t>&gt;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41447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48C860-8494-861E-A03D-7DCBCBD41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役割交換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F8E165-2E63-1B8C-AFD8-5147FC30E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センサの人はアクチュエータに</a:t>
            </a:r>
            <a:endParaRPr kumimoji="1" lang="en-US" altLang="ja-JP" dirty="0"/>
          </a:p>
          <a:p>
            <a:r>
              <a:rPr lang="ja-JP" altLang="en-US" dirty="0"/>
              <a:t>アクチュエータの人はセンサに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09670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1366</TotalTime>
  <Words>443</Words>
  <Application>Microsoft Office PowerPoint</Application>
  <PresentationFormat>ワイド画面</PresentationFormat>
  <Paragraphs>101</Paragraphs>
  <Slides>17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1" baseType="lpstr">
      <vt:lpstr>游ゴシック</vt:lpstr>
      <vt:lpstr>游ゴシック Light</vt:lpstr>
      <vt:lpstr>Arial</vt:lpstr>
      <vt:lpstr>Office テーマ</vt:lpstr>
      <vt:lpstr>J2実験 ～IoT～</vt:lpstr>
      <vt:lpstr>実験概要</vt:lpstr>
      <vt:lpstr>完成のイメージ</vt:lpstr>
      <vt:lpstr>SSH接続</vt:lpstr>
      <vt:lpstr>今回使うLinuxの基本的なコマンド</vt:lpstr>
      <vt:lpstr>フォルダ作成</vt:lpstr>
      <vt:lpstr>デモプログラム</vt:lpstr>
      <vt:lpstr>センサ側プログラム①</vt:lpstr>
      <vt:lpstr>IoTサーバプログラム</vt:lpstr>
      <vt:lpstr>アクチュエータ側プログラム</vt:lpstr>
      <vt:lpstr>アクチュエータ用プログラム</vt:lpstr>
      <vt:lpstr>アクチュエータ用プログラム</vt:lpstr>
      <vt:lpstr>センサ用プログラム</vt:lpstr>
      <vt:lpstr>サーバサイド①</vt:lpstr>
      <vt:lpstr>サーバサイド②</vt:lpstr>
      <vt:lpstr>Index.html</vt:lpstr>
      <vt:lpstr>役割交換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直哉 田中</dc:creator>
  <cp:lastModifiedBy>直哉 田中</cp:lastModifiedBy>
  <cp:revision>1</cp:revision>
  <dcterms:created xsi:type="dcterms:W3CDTF">2026-05-21T02:45:36Z</dcterms:created>
  <dcterms:modified xsi:type="dcterms:W3CDTF">2026-05-22T01:31:50Z</dcterms:modified>
</cp:coreProperties>
</file>